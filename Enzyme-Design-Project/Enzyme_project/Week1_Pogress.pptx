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45B19-0929-CD89-B429-0E99A53790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1CD59E-198E-8E65-00F7-FE19674473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A5FC71-3662-8CC5-00F1-DE8B6D36D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3E1C1-2BCC-4DA2-8ED5-3A810724A7F3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32E39-3F72-BBF3-F26C-298BE8F09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A0AF13-74D1-2122-FB7F-BCBB13957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8F198-E49C-4A39-982A-A48838A4D6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7283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2DC69-93D2-AF26-570E-4A197E603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6D99D8-0773-F98D-8DAF-841F7DC59E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740AC2-D3AD-F53A-2BDD-4CA2C3F68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3E1C1-2BCC-4DA2-8ED5-3A810724A7F3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531746-2D90-6635-DA03-1B37C7349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B3D809-5F26-7467-9E3A-7D70BE1E1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8F198-E49C-4A39-982A-A48838A4D6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9266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7AD3D-B983-22C5-EE6C-C60C8873F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7C325B-048E-5940-AD13-1B321EA31F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7BF052-593C-0F0B-5534-789EAF9B7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3E1C1-2BCC-4DA2-8ED5-3A810724A7F3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6637D2-7BA1-80DF-C62A-51BAA3F8A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960CD-49FB-A77C-0EF9-CD50754E3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8F198-E49C-4A39-982A-A48838A4D6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8020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4A641-B939-F184-2044-E35EC8C09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9BD6B-9A82-9AF3-1C83-B8857CD525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B6E683-50D6-4F64-BCB1-D29760A11A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13D086-DCC3-0D2F-2412-E45D444F7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3E1C1-2BCC-4DA2-8ED5-3A810724A7F3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FA5FE9-2DB8-E36D-4E01-D4C1E5BB5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D1BC73-5D84-0055-B1E5-A06ABC0E1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8F198-E49C-4A39-982A-A48838A4D6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400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F76B7-3A16-E038-4E99-6816C4003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519592-0919-9501-BA9C-8AC37F3DE8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031EB4-7502-4B19-DD8D-081A8B10C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DACD64-523D-B1BA-0837-A9A0B15514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6F7944-1C9B-6EF1-CA5B-D6DD41D04F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E6F3E2-0E2F-48C7-110C-86B2E6BAC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3E1C1-2BCC-4DA2-8ED5-3A810724A7F3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4305C6-0CE7-658E-6D40-4EE2B67C7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A99B57-C7E6-C6A9-57B8-A298B84DB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8F198-E49C-4A39-982A-A48838A4D6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7838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81005-3A76-DF27-8B96-3A73804EF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DE21D2-A48E-F70D-9DC7-104F307F0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3E1C1-2BCC-4DA2-8ED5-3A810724A7F3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99C803-0DA0-D8E5-80FC-F9EC8E590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81DC6C-E073-34E4-43B6-D58F0FE9F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8F198-E49C-4A39-982A-A48838A4D6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4255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FB9675-C8E4-0E9D-DCF3-6223486D7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3E1C1-2BCC-4DA2-8ED5-3A810724A7F3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4E7ECD-D241-D250-E418-ADB7FBE86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F3FF9C-847B-7455-1228-CDCD67D9F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8F198-E49C-4A39-982A-A48838A4D6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4842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3728D-C86A-0BF5-DEF6-98F8715F6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6D85E-D51D-64B3-551F-54747CA918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10C83A-EB8C-B204-9E29-540AE86A46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CB3382-DF92-0BE0-40AA-CBB0ADCD1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3E1C1-2BCC-4DA2-8ED5-3A810724A7F3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2B35C4-D494-169B-7A5E-EE46073C7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A98D7E-9480-1858-4C12-A8252BCF3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8F198-E49C-4A39-982A-A48838A4D6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6531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CBC34-427E-FBBC-4B60-C6E732B4E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BDE72E-1067-C1EF-4440-FE6E8A3290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224CB6-E71C-5778-F32B-F4BE0C21D4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C81EE1-FFDC-964B-2708-2933A23BA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3E1C1-2BCC-4DA2-8ED5-3A810724A7F3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70C22B-4FDF-1050-624A-D6133CFD9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1B4BBF-ED4D-0A85-F0A3-CF31E904A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8F198-E49C-4A39-982A-A48838A4D6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8915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D26A0-DD46-2060-6219-5696E0CE0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9E398A-FCE0-5EEE-3E7F-2A3E6B7394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B84CE6-4CB6-2EEE-78C7-411A770BC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3E1C1-2BCC-4DA2-8ED5-3A810724A7F3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46E43-AC62-D391-9F13-6C2025EA3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042E3-F9C6-1F2C-6B93-0A8E5D67E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8F198-E49C-4A39-982A-A48838A4D6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4885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DD5E6D-09F2-CCF5-B960-59EB467DE3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72D4A4-30E2-585A-7B50-9116FFCE29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B2C375-2AD8-DA5F-11E1-C744BDBA2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3E1C1-2BCC-4DA2-8ED5-3A810724A7F3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DA82AF-A1A2-2807-0A88-634971523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58EDB-2CC4-E45E-0DDC-B1236635E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8F198-E49C-4A39-982A-A48838A4D6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101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776D4F-F16A-43CB-30A1-5AF04DD58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D1E2F6-5554-0081-72B6-ECEE372771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26D0A5-9413-82AD-D010-0658676452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83E1C1-2BCC-4DA2-8ED5-3A810724A7F3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A77881-B8B9-F31B-9A90-8AF4C36D61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023E54-ED13-EDC7-069F-9B9958769D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B8F198-E49C-4A39-982A-A48838A4D6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762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1816A9-6474-DC06-EDCC-A13E089F0E9C}"/>
              </a:ext>
            </a:extLst>
          </p:cNvPr>
          <p:cNvSpPr txBox="1"/>
          <p:nvPr/>
        </p:nvSpPr>
        <p:spPr>
          <a:xfrm>
            <a:off x="1664208" y="2770632"/>
            <a:ext cx="856792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 Market Relevance</a:t>
            </a:r>
          </a:p>
          <a:p>
            <a:pPr algn="ctr"/>
            <a:endParaRPr lang="en-IN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Pharmaceuticals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Esterases like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used in prodrug activation and metabolic profiling.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Biotechnology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Enzyme engineering for industrial catalysis and biosensors.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 Biology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AI-driven tools like AlphaFold and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AutoDock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Vina are transforming protein-ligand interaction studies.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B703CD-D4A5-C4C7-9AED-628BEAB3247F}"/>
              </a:ext>
            </a:extLst>
          </p:cNvPr>
          <p:cNvSpPr txBox="1"/>
          <p:nvPr/>
        </p:nvSpPr>
        <p:spPr>
          <a:xfrm>
            <a:off x="1546479" y="227225"/>
            <a:ext cx="8803386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dirty="0"/>
              <a:t>Structure-Based Docking and Active Site Analysis of </a:t>
            </a:r>
            <a:r>
              <a:rPr lang="en-US" sz="4400" dirty="0" err="1"/>
              <a:t>EstB</a:t>
            </a:r>
            <a:r>
              <a:rPr lang="en-US" sz="4400" dirty="0"/>
              <a:t> with Ester Substrates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6564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91D93D-21A7-A79C-619E-FE0C35403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20" y="1852355"/>
            <a:ext cx="5522580" cy="29756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E7D2539-2E82-00BB-443F-6D7B527AE4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1384" y="1852354"/>
            <a:ext cx="4901184" cy="29756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2617BA6-84DA-F85E-5A53-9A2BEBCDFF8F}"/>
              </a:ext>
            </a:extLst>
          </p:cNvPr>
          <p:cNvSpPr txBox="1"/>
          <p:nvPr/>
        </p:nvSpPr>
        <p:spPr>
          <a:xfrm>
            <a:off x="1847088" y="766310"/>
            <a:ext cx="7004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Esterase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4-Nitrophenyl Acetate</a:t>
            </a:r>
          </a:p>
        </p:txBody>
      </p:sp>
    </p:spTree>
    <p:extLst>
      <p:ext uri="{BB962C8B-B14F-4D97-AF65-F5344CB8AC3E}">
        <p14:creationId xmlns:p14="http://schemas.microsoft.com/office/powerpoint/2010/main" val="2900831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048A16-B0BD-D248-4B3A-C2AA88B378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049584" y="664026"/>
            <a:ext cx="2581635" cy="40391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A853915-51C7-F53D-50A3-2753496B9F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2017" y="1392790"/>
            <a:ext cx="4775326" cy="25816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FD87B5-8F32-B2A1-9984-54597505B568}"/>
              </a:ext>
            </a:extLst>
          </p:cNvPr>
          <p:cNvSpPr txBox="1"/>
          <p:nvPr/>
        </p:nvSpPr>
        <p:spPr>
          <a:xfrm>
            <a:off x="3220212" y="402336"/>
            <a:ext cx="5751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622659C-3F19-DE32-2AE6-EDBD25F202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2208" y="4178215"/>
            <a:ext cx="3467584" cy="239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8402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491</TotalTime>
  <Words>60</Words>
  <Application>Microsoft Office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VR Institute3</dc:creator>
  <cp:lastModifiedBy>VR Institute3</cp:lastModifiedBy>
  <cp:revision>2</cp:revision>
  <dcterms:created xsi:type="dcterms:W3CDTF">2025-11-05T12:10:02Z</dcterms:created>
  <dcterms:modified xsi:type="dcterms:W3CDTF">2025-11-06T12:33:12Z</dcterms:modified>
</cp:coreProperties>
</file>